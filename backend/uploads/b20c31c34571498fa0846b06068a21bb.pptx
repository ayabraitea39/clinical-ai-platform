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1371600" cy="1371600"/>
          </a:xfrm>
          <a:prstGeom prst="ellipse">
            <a:avLst/>
          </a:prstGeom>
          <a:solidFill>
            <a:srgbClr val="F3E9DE"/>
          </a:solidFill>
          <a:ln w="19050">
            <a:solidFill>
              <a:srgbClr val="D9B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822960"/>
            <a:ext cx="256032" cy="256032"/>
          </a:xfrm>
          <a:prstGeom prst="rect">
            <a:avLst/>
          </a:prstGeom>
          <a:solidFill>
            <a:srgbClr val="C97C5D"/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-1737360"/>
            <a:ext cx="4206240" cy="4206240"/>
          </a:xfrm>
          <a:prstGeom prst="ellipse">
            <a:avLst/>
          </a:prstGeom>
          <a:solidFill>
            <a:srgbClr val="F3E9DE"/>
          </a:solidFill>
          <a:ln w="15875">
            <a:solidFill>
              <a:srgbClr val="D9B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0" y="4160520"/>
            <a:ext cx="3931920" cy="3931920"/>
          </a:xfrm>
          <a:prstGeom prst="ellipse">
            <a:avLst/>
          </a:prstGeom>
          <a:solidFill>
            <a:srgbClr val="F3E9DE"/>
          </a:solidFill>
          <a:ln w="19050">
            <a:solidFill>
              <a:srgbClr val="E8C7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685800"/>
            <a:ext cx="365760" cy="365760"/>
          </a:xfrm>
          <a:prstGeom prst="ellipse">
            <a:avLst/>
          </a:prstGeom>
          <a:solidFill>
            <a:srgbClr val="C97C5D"/>
          </a:solidFill>
          <a:ln/>
        </p:spPr>
      </p:sp>
      <p:pic>
        <p:nvPicPr>
          <p:cNvPr id="7" name="Image 0" descr="/home/claude/photo_cr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325880"/>
            <a:ext cx="4206240" cy="420624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4944" y="1243584"/>
            <a:ext cx="4370832" cy="4370832"/>
          </a:xfrm>
          <a:prstGeom prst="ellipse">
            <a:avLst/>
          </a:prstGeom>
          <a:ln w="50800">
            <a:solidFill>
              <a:srgbClr val="E8C7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23560" y="1828800"/>
            <a:ext cx="6035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600" b="1" spc="100" kern="0" dirty="0">
                <a:solidFill>
                  <a:srgbClr val="8C4A3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Zahrat
</a:t>
            </a:r>
            <a:pPr algn="l" indent="0" marL="0">
              <a:lnSpc>
                <a:spcPct val="105000"/>
              </a:lnSpc>
              <a:buNone/>
            </a:pPr>
            <a:r>
              <a:rPr lang="en-US" sz="7600" b="1" spc="100" kern="0" dirty="0">
                <a:solidFill>
                  <a:srgbClr val="C97C5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 Ghaith</a:t>
            </a:r>
            <a:endParaRPr lang="en-US" sz="7600" dirty="0"/>
          </a:p>
        </p:txBody>
      </p:sp>
      <p:sp>
        <p:nvSpPr>
          <p:cNvPr id="10" name="Shape 7"/>
          <p:cNvSpPr/>
          <p:nvPr/>
        </p:nvSpPr>
        <p:spPr>
          <a:xfrm>
            <a:off x="5623560" y="4526280"/>
            <a:ext cx="2468880" cy="658368"/>
          </a:xfrm>
          <a:prstGeom prst="roundRect">
            <a:avLst>
              <a:gd name="adj" fmla="val 50000"/>
            </a:avLst>
          </a:prstGeom>
          <a:solidFill>
            <a:srgbClr val="8C4A34"/>
          </a:solidFill>
          <a:ln/>
        </p:spPr>
      </p:sp>
      <p:sp>
        <p:nvSpPr>
          <p:cNvPr id="11" name="Text 8"/>
          <p:cNvSpPr/>
          <p:nvPr/>
        </p:nvSpPr>
        <p:spPr>
          <a:xfrm>
            <a:off x="5623560" y="452628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BEAE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Jana Jalil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2026-07-11T14:32:03Z</dcterms:created>
  <dcterms:modified xsi:type="dcterms:W3CDTF">2026-07-11T14:32:03Z</dcterms:modified>
</cp:coreProperties>
</file>